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8/30/2025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8/30/2025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8/30/2025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hyperlink" Target="https://www.redhat.com/en/technologies/cloud-computing/openshift"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4583" y="744584"/>
            <a:ext cx="8529420" cy="2050868"/>
          </a:xfrm>
        </p:spPr>
        <p:txBody>
          <a:bodyPr/>
          <a:lstStyle/>
          <a:p>
            <a:pPr algn="ctr"/>
            <a:r>
              <a:rPr lang="en-IN" sz="3200" b="1" i="1" dirty="0" smtClean="0">
                <a:solidFill>
                  <a:schemeClr val="tx1"/>
                </a:solidFill>
                <a:effectLst>
                  <a:outerShdw blurRad="38100" dist="38100" dir="2700000" algn="tl">
                    <a:srgbClr val="000000">
                      <a:alpha val="43137"/>
                    </a:srgbClr>
                  </a:outerShdw>
                </a:effectLst>
              </a:rPr>
              <a:t>   AI MEDICAL PRESCRIPTION  VERIFICATIONVELERAGING IBM WASTON AN     HUGGING FACE MODELS</a:t>
            </a:r>
            <a:r>
              <a:rPr lang="en-IN" b="1" i="1" dirty="0" smtClean="0">
                <a:solidFill>
                  <a:schemeClr val="tx1"/>
                </a:solidFill>
                <a:effectLst>
                  <a:outerShdw blurRad="38100" dist="38100" dir="2700000" algn="tl">
                    <a:srgbClr val="000000">
                      <a:alpha val="43137"/>
                    </a:srgbClr>
                  </a:outerShdw>
                </a:effectLst>
              </a:rPr>
              <a:t>      </a:t>
            </a:r>
            <a:endParaRPr lang="en-IN" b="1" i="1" dirty="0">
              <a:solidFill>
                <a:schemeClr val="tx1"/>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4114748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384" y="352697"/>
            <a:ext cx="9157062" cy="5630092"/>
          </a:xfrm>
        </p:spPr>
        <p:txBody>
          <a:bodyPr>
            <a:normAutofit fontScale="90000"/>
          </a:bodyPr>
          <a:lstStyle/>
          <a:p>
            <a:r>
              <a:rPr lang="en-IN" sz="2400" b="1" i="1" u="sng" dirty="0" smtClean="0">
                <a:solidFill>
                  <a:schemeClr val="tx1"/>
                </a:solidFill>
              </a:rPr>
              <a:t>INTRODUCTION</a:t>
            </a:r>
            <a:r>
              <a:rPr lang="en-IN" sz="1800" b="1" i="1" u="sng" dirty="0" smtClean="0">
                <a:solidFill>
                  <a:schemeClr val="tx1"/>
                </a:solidFill>
              </a:rPr>
              <a:t/>
            </a:r>
            <a:br>
              <a:rPr lang="en-IN" sz="1800" b="1" i="1" u="sng" dirty="0" smtClean="0">
                <a:solidFill>
                  <a:schemeClr val="tx1"/>
                </a:solidFill>
              </a:rPr>
            </a:br>
            <a:r>
              <a:rPr lang="en-IN" sz="1800" b="1" i="1" dirty="0">
                <a:solidFill>
                  <a:schemeClr val="tx1"/>
                </a:solidFill>
              </a:rPr>
              <a:t/>
            </a:r>
            <a:br>
              <a:rPr lang="en-IN" sz="1800" b="1" i="1" dirty="0">
                <a:solidFill>
                  <a:schemeClr val="tx1"/>
                </a:solidFill>
              </a:rPr>
            </a:br>
            <a:r>
              <a:rPr lang="en-IN" sz="1800" b="1" i="1" dirty="0" smtClean="0">
                <a:solidFill>
                  <a:schemeClr val="tx1"/>
                </a:solidFill>
              </a:rPr>
              <a:t>  </a:t>
            </a:r>
            <a:br>
              <a:rPr lang="en-IN" sz="1800" b="1" i="1" dirty="0" smtClean="0">
                <a:solidFill>
                  <a:schemeClr val="tx1"/>
                </a:solidFill>
              </a:rPr>
            </a:br>
            <a:r>
              <a:rPr lang="en-IN" sz="2000" b="1" i="1" dirty="0" smtClean="0">
                <a:solidFill>
                  <a:schemeClr val="tx1"/>
                </a:solidFill>
              </a:rPr>
              <a:t>Ai medical prescription verification is an emerging healthcare technology that uses artificial intelligence to validate and cross medical prescription for accuracy , safety and </a:t>
            </a:r>
            <a:r>
              <a:rPr lang="en-IN" sz="2000" b="1" i="1" dirty="0" err="1" smtClean="0">
                <a:solidFill>
                  <a:schemeClr val="tx1"/>
                </a:solidFill>
              </a:rPr>
              <a:t>complice.With</a:t>
            </a:r>
            <a:r>
              <a:rPr lang="en-IN" sz="2000" b="1" i="1" dirty="0" smtClean="0">
                <a:solidFill>
                  <a:schemeClr val="tx1"/>
                </a:solidFill>
              </a:rPr>
              <a:t> the increasing complexity of medications and the risk of human error. Ai tools play  a crucial role in reducing prescription errors, improving patient safety. And ensuring proper medication management.</a:t>
            </a:r>
            <a:br>
              <a:rPr lang="en-IN" sz="2000" b="1" i="1" dirty="0" smtClean="0">
                <a:solidFill>
                  <a:schemeClr val="tx1"/>
                </a:solidFill>
              </a:rPr>
            </a:br>
            <a:r>
              <a:rPr lang="en-IN" sz="2000" b="1" i="1" dirty="0">
                <a:solidFill>
                  <a:schemeClr val="tx1"/>
                </a:solidFill>
              </a:rPr>
              <a:t/>
            </a:r>
            <a:br>
              <a:rPr lang="en-IN" sz="2000" b="1" i="1" dirty="0">
                <a:solidFill>
                  <a:schemeClr val="tx1"/>
                </a:solidFill>
              </a:rPr>
            </a:br>
            <a:r>
              <a:rPr lang="en-IN" sz="2000" b="1" i="1" dirty="0" smtClean="0">
                <a:solidFill>
                  <a:schemeClr val="tx1"/>
                </a:solidFill>
              </a:rPr>
              <a:t> This system leverages IBM </a:t>
            </a:r>
            <a:r>
              <a:rPr lang="en-IN" sz="2000" b="1" i="1" dirty="0" err="1" smtClean="0">
                <a:solidFill>
                  <a:schemeClr val="tx1"/>
                </a:solidFill>
              </a:rPr>
              <a:t>Waston</a:t>
            </a:r>
            <a:r>
              <a:rPr lang="en-IN" sz="2000" b="1" i="1" dirty="0" smtClean="0">
                <a:solidFill>
                  <a:schemeClr val="tx1"/>
                </a:solidFill>
              </a:rPr>
              <a:t>, a powerful Ai platform known for natural language processing and decision support, along with hugging face models , which provide state-of-the-art machine learning and deep learning capabilities for text analysis. By combing these technologies, Ai can automatically read and interpret prescriptions, identify possible drug interactions, dosage </a:t>
            </a:r>
            <a:r>
              <a:rPr lang="en-IN" sz="2000" b="1" i="1" dirty="0" err="1" smtClean="0">
                <a:solidFill>
                  <a:schemeClr val="tx1"/>
                </a:solidFill>
              </a:rPr>
              <a:t>errors,or</a:t>
            </a:r>
            <a:r>
              <a:rPr lang="en-IN" sz="2000" b="1" i="1" dirty="0" smtClean="0">
                <a:solidFill>
                  <a:schemeClr val="tx1"/>
                </a:solidFill>
              </a:rPr>
              <a:t> missing information, and alert healthcare professionals before medication.</a:t>
            </a:r>
            <a:br>
              <a:rPr lang="en-IN" sz="2000" b="1" i="1" dirty="0" smtClean="0">
                <a:solidFill>
                  <a:schemeClr val="tx1"/>
                </a:solidFill>
              </a:rPr>
            </a:br>
            <a:r>
              <a:rPr lang="en-IN" sz="2000" b="1" i="1" dirty="0">
                <a:solidFill>
                  <a:schemeClr val="tx1"/>
                </a:solidFill>
              </a:rPr>
              <a:t/>
            </a:r>
            <a:br>
              <a:rPr lang="en-IN" sz="2000" b="1" i="1" dirty="0">
                <a:solidFill>
                  <a:schemeClr val="tx1"/>
                </a:solidFill>
              </a:rPr>
            </a:br>
            <a:r>
              <a:rPr lang="en-IN" sz="2000" b="1" i="1" dirty="0" smtClean="0">
                <a:solidFill>
                  <a:schemeClr val="tx1"/>
                </a:solidFill>
              </a:rPr>
              <a:t/>
            </a:r>
            <a:br>
              <a:rPr lang="en-IN" sz="2000" b="1" i="1" dirty="0" smtClean="0">
                <a:solidFill>
                  <a:schemeClr val="tx1"/>
                </a:solidFill>
              </a:rPr>
            </a:br>
            <a:r>
              <a:rPr lang="en-IN" sz="2000" b="1" i="1" dirty="0" smtClean="0">
                <a:solidFill>
                  <a:schemeClr val="tx1"/>
                </a:solidFill>
              </a:rPr>
              <a:t>         </a:t>
            </a:r>
            <a:endParaRPr lang="en-IN" sz="2000" b="1" i="1" dirty="0">
              <a:solidFill>
                <a:schemeClr val="tx1"/>
              </a:solidFill>
            </a:endParaRPr>
          </a:p>
        </p:txBody>
      </p:sp>
    </p:spTree>
    <p:extLst>
      <p:ext uri="{BB962C8B-B14F-4D97-AF65-F5344CB8AC3E}">
        <p14:creationId xmlns:p14="http://schemas.microsoft.com/office/powerpoint/2010/main" val="31898012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5528" y="609600"/>
            <a:ext cx="8596668" cy="1320800"/>
          </a:xfrm>
        </p:spPr>
        <p:txBody>
          <a:bodyPr>
            <a:normAutofit fontScale="90000"/>
          </a:bodyPr>
          <a:lstStyle/>
          <a:p>
            <a:r>
              <a:rPr lang="en-US" sz="2200" b="1" i="1" dirty="0" smtClean="0">
                <a:solidFill>
                  <a:schemeClr val="tx1"/>
                </a:solidFill>
              </a:rPr>
              <a:t>ARCHITECTURE</a:t>
            </a:r>
            <a:r>
              <a:rPr lang="en-US" sz="2200" dirty="0" smtClean="0">
                <a:solidFill>
                  <a:schemeClr val="tx1"/>
                </a:solidFill>
              </a:rPr>
              <a:t/>
            </a:r>
            <a:br>
              <a:rPr lang="en-US" sz="2200" dirty="0" smtClean="0">
                <a:solidFill>
                  <a:schemeClr val="tx1"/>
                </a:solidFill>
              </a:rPr>
            </a:br>
            <a:r>
              <a:rPr lang="en-US" sz="2200" dirty="0">
                <a:solidFill>
                  <a:schemeClr val="tx1"/>
                </a:solidFill>
              </a:rPr>
              <a:t/>
            </a:r>
            <a:br>
              <a:rPr lang="en-US" sz="2200" dirty="0">
                <a:solidFill>
                  <a:schemeClr val="tx1"/>
                </a:solidFill>
              </a:rPr>
            </a:br>
            <a:r>
              <a:rPr lang="en-US" sz="2200" dirty="0" smtClean="0">
                <a:solidFill>
                  <a:schemeClr val="tx1"/>
                </a:solidFill>
              </a:rPr>
              <a:t>IBM </a:t>
            </a:r>
            <a:r>
              <a:rPr lang="en-US" sz="2200" dirty="0">
                <a:solidFill>
                  <a:schemeClr val="tx1"/>
                </a:solidFill>
              </a:rPr>
              <a:t>decided that open source should be at the core of watsonx.ai. We couldn't agree more! Built on </a:t>
            </a:r>
            <a:r>
              <a:rPr lang="en-US" sz="2200" u="sng" dirty="0" err="1">
                <a:solidFill>
                  <a:schemeClr val="tx1"/>
                </a:solidFill>
                <a:hlinkClick r:id="rId2"/>
              </a:rPr>
              <a:t>RedHat</a:t>
            </a:r>
            <a:r>
              <a:rPr lang="en-US" sz="2200" u="sng" dirty="0">
                <a:solidFill>
                  <a:schemeClr val="tx1"/>
                </a:solidFill>
                <a:hlinkClick r:id="rId2"/>
              </a:rPr>
              <a:t> </a:t>
            </a:r>
            <a:r>
              <a:rPr lang="en-US" sz="2200" u="sng" dirty="0" err="1">
                <a:solidFill>
                  <a:schemeClr val="tx1"/>
                </a:solidFill>
                <a:hlinkClick r:id="rId2"/>
              </a:rPr>
              <a:t>OpenShift</a:t>
            </a:r>
            <a:r>
              <a:rPr lang="en-US" sz="2200" dirty="0">
                <a:solidFill>
                  <a:schemeClr val="tx1"/>
                </a:solidFill>
              </a:rPr>
              <a:t>, watsonx.ai will be available in the cloud and </a:t>
            </a:r>
            <a:r>
              <a:rPr lang="en-US" sz="2200" dirty="0" err="1">
                <a:solidFill>
                  <a:schemeClr val="tx1"/>
                </a:solidFill>
              </a:rPr>
              <a:t>on-premise</a:t>
            </a:r>
            <a:r>
              <a:rPr lang="en-US" sz="2200" dirty="0">
                <a:solidFill>
                  <a:schemeClr val="tx1"/>
                </a:solidFill>
              </a:rPr>
              <a:t>. This is excellent news for customers who cannot use the cloud because of strict compliance rules or are more comfortable working with their confidential data on their infrastructure. Until now, these customers often had to build their in-house ML platform. They now have an open-source off-the-shelf alternative deployed and managed using standard DevOps tools</a:t>
            </a:r>
            <a:r>
              <a:rPr lang="en-US" sz="2200" dirty="0" smtClean="0">
                <a:solidFill>
                  <a:schemeClr val="tx1"/>
                </a:solidFill>
              </a:rPr>
              <a:t>.</a:t>
            </a:r>
            <a:br>
              <a:rPr lang="en-US" sz="2200" dirty="0" smtClean="0">
                <a:solidFill>
                  <a:schemeClr val="tx1"/>
                </a:solidFill>
              </a:rPr>
            </a:br>
            <a:r>
              <a:rPr lang="en-US" sz="2200" dirty="0">
                <a:solidFill>
                  <a:schemeClr val="tx1"/>
                </a:solidFill>
              </a:rPr>
              <a:t/>
            </a:r>
            <a:br>
              <a:rPr lang="en-US" sz="2200" dirty="0">
                <a:solidFill>
                  <a:schemeClr val="tx1"/>
                </a:solidFill>
              </a:rPr>
            </a:br>
            <a:r>
              <a:rPr lang="en-US" sz="2200" dirty="0" smtClean="0">
                <a:solidFill>
                  <a:schemeClr val="tx1"/>
                </a:solidFill>
              </a:rPr>
              <a:t>I</a:t>
            </a:r>
            <a:r>
              <a:rPr lang="en-US" sz="2000" dirty="0" smtClean="0">
                <a:solidFill>
                  <a:schemeClr val="tx1"/>
                </a:solidFill>
              </a:rPr>
              <a:t>BM </a:t>
            </a:r>
            <a:r>
              <a:rPr lang="en-US" sz="2000" dirty="0">
                <a:solidFill>
                  <a:schemeClr val="tx1"/>
                </a:solidFill>
              </a:rPr>
              <a:t>Watson operates with a highly intricate and sophisticated process that entails the meticulous analysis of extensive volumes of medical data. This data encompasses a wide array of sources, ranging from comprehensive patient records and in-depth research papers to rigorous clinical trials and even real-time patient data streams. Leveraging advanced natural language processing (NLP) capabilities along with cutting-edge machine learning algorithms, Watson excels in its ability to not only comprehend but also interpret the intricate nuances embedded within this vast and diverse pool of information. As a result, Watson becomes adept at generating valuable insights, discerning </a:t>
            </a:r>
            <a:r>
              <a:rPr lang="en-US" sz="2000" dirty="0" smtClean="0">
                <a:solidFill>
                  <a:schemeClr val="tx1"/>
                </a:solidFill>
              </a:rPr>
              <a:t>patterns.</a:t>
            </a:r>
            <a:endParaRPr lang="en-IN" dirty="0">
              <a:solidFill>
                <a:schemeClr val="tx1"/>
              </a:solidFill>
            </a:endParaRPr>
          </a:p>
        </p:txBody>
      </p:sp>
    </p:spTree>
    <p:extLst>
      <p:ext uri="{BB962C8B-B14F-4D97-AF65-F5344CB8AC3E}">
        <p14:creationId xmlns:p14="http://schemas.microsoft.com/office/powerpoint/2010/main" val="2631469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516" y="452845"/>
            <a:ext cx="8884677" cy="6091646"/>
          </a:xfrm>
        </p:spPr>
        <p:txBody>
          <a:bodyPr>
            <a:normAutofit fontScale="90000"/>
          </a:bodyPr>
          <a:lstStyle/>
          <a:p>
            <a:pPr fontAlgn="ctr"/>
            <a:r>
              <a:rPr lang="en-IN" sz="3100" b="1" i="1" u="sng" dirty="0" smtClean="0">
                <a:solidFill>
                  <a:schemeClr val="tx1"/>
                </a:solidFill>
              </a:rPr>
              <a:t>Future scope</a:t>
            </a:r>
            <a:br>
              <a:rPr lang="en-IN" sz="3100" b="1" i="1" u="sng" dirty="0" smtClean="0">
                <a:solidFill>
                  <a:schemeClr val="tx1"/>
                </a:solidFill>
              </a:rPr>
            </a:br>
            <a:r>
              <a:rPr lang="en-US" sz="2200" dirty="0">
                <a:solidFill>
                  <a:schemeClr val="tx1"/>
                </a:solidFill>
              </a:rPr>
              <a:t>  </a:t>
            </a:r>
            <a:br>
              <a:rPr lang="en-US" sz="2200" dirty="0">
                <a:solidFill>
                  <a:schemeClr val="tx1"/>
                </a:solidFill>
              </a:rPr>
            </a:br>
            <a:r>
              <a:rPr lang="en-US" sz="2200" i="1" dirty="0">
                <a:solidFill>
                  <a:schemeClr val="tx1"/>
                </a:solidFill>
              </a:rPr>
              <a:t>Generative Artificial Intelligence (AI) is rapidly evolving as one of the most exciting and promising areas of AI research. At the forefront of this revolution is IBM Watson, a cutting-edge AI platform that continues to push the boundaries of what is possible. In this article, we delve into the future of Generative AI in IBM Watson and explore how this technology is poised to revolutionize various industries, unleash creative potential, and drive innovation like never before.</a:t>
            </a:r>
            <a:br>
              <a:rPr lang="en-US" sz="2200" i="1" dirty="0">
                <a:solidFill>
                  <a:schemeClr val="tx1"/>
                </a:solidFill>
              </a:rPr>
            </a:br>
            <a:r>
              <a:rPr lang="en-US" sz="2200" i="1" dirty="0">
                <a:solidFill>
                  <a:schemeClr val="tx1"/>
                </a:solidFill>
              </a:rPr>
              <a:t>Understanding Generative AI:</a:t>
            </a:r>
            <a:br>
              <a:rPr lang="en-US" sz="2200" i="1" dirty="0">
                <a:solidFill>
                  <a:schemeClr val="tx1"/>
                </a:solidFill>
              </a:rPr>
            </a:br>
            <a:r>
              <a:rPr lang="en-US" sz="2200" i="1" dirty="0">
                <a:solidFill>
                  <a:schemeClr val="tx1"/>
                </a:solidFill>
              </a:rPr>
              <a:t>Generative AI is a subset of Artificial Intelligence that focuses on the creation of data, be it images, music, text, or even realistic videos. Unlike traditional AI models that are fed with pre-existing data and patterns, Generative AI can generate new content by learning from the data it has been trained on</a:t>
            </a:r>
            <a:r>
              <a:rPr lang="en-US" sz="2200" i="1" dirty="0" smtClean="0">
                <a:solidFill>
                  <a:schemeClr val="tx1"/>
                </a:solidFill>
              </a:rPr>
              <a:t>..</a:t>
            </a:r>
            <a:r>
              <a:rPr lang="en-US" sz="2200" i="1" dirty="0">
                <a:solidFill>
                  <a:schemeClr val="tx1"/>
                </a:solidFill>
              </a:rPr>
              <a:t/>
            </a:r>
            <a:br>
              <a:rPr lang="en-US" sz="2200" i="1" dirty="0">
                <a:solidFill>
                  <a:schemeClr val="tx1"/>
                </a:solidFill>
              </a:rPr>
            </a:br>
            <a:r>
              <a:rPr lang="en-US" sz="2200" i="1" dirty="0">
                <a:solidFill>
                  <a:schemeClr val="tx1"/>
                </a:solidFill>
              </a:rPr>
              <a:t>IBM Watson and Generative AI:</a:t>
            </a:r>
            <a:br>
              <a:rPr lang="en-US" sz="2200" i="1" dirty="0">
                <a:solidFill>
                  <a:schemeClr val="tx1"/>
                </a:solidFill>
              </a:rPr>
            </a:br>
            <a:r>
              <a:rPr lang="en-US" sz="2200" i="1" dirty="0">
                <a:solidFill>
                  <a:schemeClr val="tx1"/>
                </a:solidFill>
              </a:rPr>
              <a:t>IBM Watson, renowned for its natural language processing and machine learning capabilities, is at the forefront of integrating Generative AI into its suite of services. </a:t>
            </a:r>
            <a:endParaRPr lang="en-IN" i="1" dirty="0">
              <a:solidFill>
                <a:schemeClr val="tx1"/>
              </a:solidFill>
            </a:endParaRPr>
          </a:p>
        </p:txBody>
      </p:sp>
    </p:spTree>
    <p:extLst>
      <p:ext uri="{BB962C8B-B14F-4D97-AF65-F5344CB8AC3E}">
        <p14:creationId xmlns:p14="http://schemas.microsoft.com/office/powerpoint/2010/main" val="1324760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074" y="609599"/>
            <a:ext cx="8842928" cy="5987143"/>
          </a:xfrm>
        </p:spPr>
        <p:txBody>
          <a:bodyPr>
            <a:normAutofit/>
          </a:bodyPr>
          <a:lstStyle/>
          <a:p>
            <a:r>
              <a:rPr lang="en-IN" sz="2800" b="1" i="1" u="sng" dirty="0" smtClean="0"/>
              <a:t>SOLUTION</a:t>
            </a:r>
            <a:br>
              <a:rPr lang="en-IN" sz="2800" b="1" i="1" u="sng" dirty="0" smtClean="0"/>
            </a:br>
            <a:r>
              <a:rPr lang="en-IN" sz="2800" b="1" i="1" u="sng" dirty="0"/>
              <a:t/>
            </a:r>
            <a:br>
              <a:rPr lang="en-IN" sz="2800" b="1" i="1" u="sng" dirty="0"/>
            </a:br>
            <a:r>
              <a:rPr lang="en-IN" sz="2800" dirty="0" smtClean="0"/>
              <a:t>Generative </a:t>
            </a:r>
            <a:r>
              <a:rPr lang="en-IN" sz="2800" dirty="0"/>
              <a:t>Artificial Intelligence (</a:t>
            </a:r>
            <a:r>
              <a:rPr lang="en-IN" sz="2800" dirty="0" smtClean="0"/>
              <a:t>AI</a:t>
            </a:r>
            <a:br>
              <a:rPr lang="en-IN" sz="2800" dirty="0" smtClean="0"/>
            </a:br>
            <a:r>
              <a:rPr lang="en-IN" sz="2800" dirty="0"/>
              <a:t/>
            </a:r>
            <a:br>
              <a:rPr lang="en-IN" sz="2800" dirty="0"/>
            </a:br>
            <a:r>
              <a:rPr lang="en-US" sz="2000" dirty="0">
                <a:solidFill>
                  <a:schemeClr val="tx1"/>
                </a:solidFill>
              </a:rPr>
              <a:t>Moreover, as IBM Watson integrates with other AI technologies, including generative models, it will enable organizations to automate even more complex tasks, such as content creation, advanced data analytics, and strategic </a:t>
            </a:r>
            <a:r>
              <a:rPr lang="en-US" sz="2000" dirty="0" smtClean="0">
                <a:solidFill>
                  <a:schemeClr val="tx1"/>
                </a:solidFill>
              </a:rPr>
              <a:t>decision-making.</a:t>
            </a:r>
            <a:br>
              <a:rPr lang="en-US" sz="2000" dirty="0" smtClean="0">
                <a:solidFill>
                  <a:schemeClr val="tx1"/>
                </a:solidFill>
              </a:rPr>
            </a:br>
            <a:r>
              <a:rPr lang="en-US" sz="2000" dirty="0">
                <a:solidFill>
                  <a:schemeClr val="tx1"/>
                </a:solidFill>
              </a:rPr>
              <a:t/>
            </a:r>
            <a:br>
              <a:rPr lang="en-US" sz="2000" dirty="0">
                <a:solidFill>
                  <a:schemeClr val="tx1"/>
                </a:solidFill>
              </a:rPr>
            </a:br>
            <a:r>
              <a:rPr lang="en-US" sz="2000" dirty="0" smtClean="0">
                <a:solidFill>
                  <a:schemeClr val="tx1"/>
                </a:solidFill>
              </a:rPr>
              <a:t> By combining the powerful reasoning capabilities of </a:t>
            </a:r>
            <a:r>
              <a:rPr lang="en-US" sz="2000" dirty="0" err="1" smtClean="0">
                <a:solidFill>
                  <a:schemeClr val="tx1"/>
                </a:solidFill>
              </a:rPr>
              <a:t>ibm</a:t>
            </a:r>
            <a:r>
              <a:rPr lang="en-US" sz="2000" dirty="0" smtClean="0">
                <a:solidFill>
                  <a:schemeClr val="tx1"/>
                </a:solidFill>
              </a:rPr>
              <a:t> </a:t>
            </a:r>
            <a:r>
              <a:rPr lang="en-US" sz="2000" dirty="0" err="1" smtClean="0">
                <a:solidFill>
                  <a:schemeClr val="tx1"/>
                </a:solidFill>
              </a:rPr>
              <a:t>Waston</a:t>
            </a:r>
            <a:r>
              <a:rPr lang="en-US" sz="2000" dirty="0" smtClean="0">
                <a:solidFill>
                  <a:schemeClr val="tx1"/>
                </a:solidFill>
              </a:rPr>
              <a:t> with the advanced text-understanding abilities of hugging face models, the system ensures prescriptions are accurate , safe and compliant with medical standards.</a:t>
            </a:r>
            <a:br>
              <a:rPr lang="en-US" sz="2000" dirty="0" smtClean="0">
                <a:solidFill>
                  <a:schemeClr val="tx1"/>
                </a:solidFill>
              </a:rPr>
            </a:br>
            <a:r>
              <a:rPr lang="en-US" sz="2000" dirty="0">
                <a:solidFill>
                  <a:schemeClr val="tx1"/>
                </a:solidFill>
              </a:rPr>
              <a:t/>
            </a:r>
            <a:br>
              <a:rPr lang="en-US" sz="2000" dirty="0">
                <a:solidFill>
                  <a:schemeClr val="tx1"/>
                </a:solidFill>
              </a:rPr>
            </a:br>
            <a:endParaRPr lang="en-IN" sz="2000" b="1" i="1" u="sng" dirty="0">
              <a:solidFill>
                <a:schemeClr val="tx1"/>
              </a:solidFill>
            </a:endParaRPr>
          </a:p>
        </p:txBody>
      </p:sp>
    </p:spTree>
    <p:extLst>
      <p:ext uri="{BB962C8B-B14F-4D97-AF65-F5344CB8AC3E}">
        <p14:creationId xmlns:p14="http://schemas.microsoft.com/office/powerpoint/2010/main" val="1296407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7200" dirty="0" smtClean="0"/>
              <a:t>THANK YOU</a:t>
            </a:r>
            <a:endParaRPr lang="en-IN" sz="7200" dirty="0"/>
          </a:p>
        </p:txBody>
      </p:sp>
    </p:spTree>
    <p:extLst>
      <p:ext uri="{BB962C8B-B14F-4D97-AF65-F5344CB8AC3E}">
        <p14:creationId xmlns:p14="http://schemas.microsoft.com/office/powerpoint/2010/main" val="256080655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105</TotalTime>
  <Words>18</Words>
  <Application>Microsoft Office PowerPoint</Application>
  <PresentationFormat>Widescreen</PresentationFormat>
  <Paragraphs>6</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Trebuchet MS</vt:lpstr>
      <vt:lpstr>Wingdings 3</vt:lpstr>
      <vt:lpstr>Facet</vt:lpstr>
      <vt:lpstr>   AI MEDICAL PRESCRIPTION  VERIFICATIONVELERAGING IBM WASTON AN     HUGGING FACE MODELS      </vt:lpstr>
      <vt:lpstr>INTRODUCTION     Ai medical prescription verification is an emerging healthcare technology that uses artificial intelligence to validate and cross medical prescription for accuracy , safety and complice.With the increasing complexity of medications and the risk of human error. Ai tools play  a crucial role in reducing prescription errors, improving patient safety. And ensuring proper medication management.   This system leverages IBM Waston, a powerful Ai platform known for natural language processing and decision support, along with hugging face models , which provide state-of-the-art machine learning and deep learning capabilities for text analysis. By combing these technologies, Ai can automatically read and interpret prescriptions, identify possible drug interactions, dosage errors,or missing information, and alert healthcare professionals before medication.            </vt:lpstr>
      <vt:lpstr>ARCHITECTURE  IBM decided that open source should be at the core of watsonx.ai. We couldn't agree more! Built on RedHat OpenShift, watsonx.ai will be available in the cloud and on-premise. This is excellent news for customers who cannot use the cloud because of strict compliance rules or are more comfortable working with their confidential data on their infrastructure. Until now, these customers often had to build their in-house ML platform. They now have an open-source off-the-shelf alternative deployed and managed using standard DevOps tools.  IBM Watson operates with a highly intricate and sophisticated process that entails the meticulous analysis of extensive volumes of medical data. This data encompasses a wide array of sources, ranging from comprehensive patient records and in-depth research papers to rigorous clinical trials and even real-time patient data streams. Leveraging advanced natural language processing (NLP) capabilities along with cutting-edge machine learning algorithms, Watson excels in its ability to not only comprehend but also interpret the intricate nuances embedded within this vast and diverse pool of information. As a result, Watson becomes adept at generating valuable insights, discerning patterns.</vt:lpstr>
      <vt:lpstr>Future scope    Generative Artificial Intelligence (AI) is rapidly evolving as one of the most exciting and promising areas of AI research. At the forefront of this revolution is IBM Watson, a cutting-edge AI platform that continues to push the boundaries of what is possible. In this article, we delve into the future of Generative AI in IBM Watson and explore how this technology is poised to revolutionize various industries, unleash creative potential, and drive innovation like never before. Understanding Generative AI: Generative AI is a subset of Artificial Intelligence that focuses on the creation of data, be it images, music, text, or even realistic videos. Unlike traditional AI models that are fed with pre-existing data and patterns, Generative AI can generate new content by learning from the data it has been trained on.. IBM Watson and Generative AI: IBM Watson, renowned for its natural language processing and machine learning capabilities, is at the forefront of integrating Generative AI into its suite of services. </vt:lpstr>
      <vt:lpstr>SOLUTION  Generative Artificial Intelligence (AI  Moreover, as IBM Watson integrates with other AI technologies, including generative models, it will enable organizations to automate even more complex tasks, such as content creation, advanced data analytics, and strategic decision-making.   By combining the powerful reasoning capabilities of ibm Waston with the advanced text-understanding abilities of hugging face models, the system ensures prescriptions are accurate , safe and compliant with medical standards.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MEDICAL PRESCRIPTION  VERIFICATIONVELERAGING IBM WASTON AN     HUGGING FACE MODELS</dc:title>
  <dc:creator>CSE - N206</dc:creator>
  <cp:lastModifiedBy>CSE - N206</cp:lastModifiedBy>
  <cp:revision>6</cp:revision>
  <dcterms:created xsi:type="dcterms:W3CDTF">2025-08-30T04:29:59Z</dcterms:created>
  <dcterms:modified xsi:type="dcterms:W3CDTF">2025-08-30T06:15:27Z</dcterms:modified>
</cp:coreProperties>
</file>